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4"/>
  </p:sldMasterIdLst>
  <p:notesMasterIdLst>
    <p:notesMasterId r:id="rId9"/>
  </p:notesMasterIdLst>
  <p:handoutMasterIdLst>
    <p:handoutMasterId r:id="rId10"/>
  </p:handoutMasterIdLst>
  <p:sldIdLst>
    <p:sldId id="312" r:id="rId5"/>
    <p:sldId id="281" r:id="rId6"/>
    <p:sldId id="319" r:id="rId7"/>
    <p:sldId id="322" r:id="rId8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3E8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989" y="5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86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5B2890-730E-452F-990D-C91BC4CE7C27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sz="1800"/>
            </a:lvl1pPr>
          </a:lstStyle>
          <a:p>
            <a:pPr lvl="0" rtl="0"/>
            <a:r>
              <a:rPr lang="ru-RU" noProof="0" dirty="0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ru-RU" noProof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ru-RU" noProof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endParaRPr lang="ru-RU" noProof="0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</a:lstStyle>
          <a:p>
            <a:pPr rtl="0"/>
            <a:endParaRPr lang="ru-RU" noProof="0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sz="450" noProof="0" dirty="0">
              <a:latin typeface="Times New Roman" panose="02020603050405020304" pitchFamily="18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600" noProof="0" dirty="0">
              <a:latin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>
              <a:latin typeface="Times New Roman" panose="02020603050405020304" pitchFamily="18" charset="0"/>
            </a:endParaRPr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/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ru-RU" noProof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4286" y="724502"/>
            <a:ext cx="6083428" cy="2250214"/>
          </a:xfrm>
        </p:spPr>
        <p:txBody>
          <a:bodyPr rtlCol="0" anchor="ctr"/>
          <a:lstStyle/>
          <a:p>
            <a:pPr rtl="0"/>
            <a:r>
              <a:rPr lang="ru" dirty="0"/>
              <a:t>Мобильное приложение</a:t>
            </a:r>
            <a:br>
              <a:rPr lang="ru" dirty="0"/>
            </a:br>
            <a:r>
              <a:rPr lang="ru" dirty="0"/>
              <a:t>«Трекер привычек»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A83E8-9D47-777B-B0D1-5CBEB938EC48}"/>
              </a:ext>
            </a:extLst>
          </p:cNvPr>
          <p:cNvSpPr txBox="1"/>
          <p:nvPr/>
        </p:nvSpPr>
        <p:spPr>
          <a:xfrm>
            <a:off x="4506685" y="3253063"/>
            <a:ext cx="334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Выполнила:</a:t>
            </a:r>
          </a:p>
          <a:p>
            <a:pPr algn="r"/>
            <a:r>
              <a:rPr lang="ru-RU" dirty="0"/>
              <a:t>Рыбакова Виктория 402ИС-22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6058"/>
            <a:ext cx="10478278" cy="1456177"/>
          </a:xfrm>
        </p:spPr>
        <p:txBody>
          <a:bodyPr rtlCol="0"/>
          <a:lstStyle/>
          <a:p>
            <a:r>
              <a:rPr lang="ru-RU" sz="3200" dirty="0"/>
              <a:t>Простое и эффективное приложение для контроля ежедневных целей и прогресса</a:t>
            </a:r>
            <a:endParaRPr lang="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7637" y="2565746"/>
            <a:ext cx="4214822" cy="2103234"/>
          </a:xfrm>
        </p:spPr>
        <p:txBody>
          <a:bodyPr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Среда разработки - </a:t>
            </a:r>
            <a:r>
              <a:rPr lang="ru-RU" dirty="0" err="1">
                <a:solidFill>
                  <a:schemeClr val="tx1"/>
                </a:solidFill>
              </a:rPr>
              <a:t>Android</a:t>
            </a:r>
            <a:r>
              <a:rPr lang="ru-RU" dirty="0">
                <a:solidFill>
                  <a:schemeClr val="tx1"/>
                </a:solidFill>
              </a:rPr>
              <a:t> Studio</a:t>
            </a: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Язык программирования – </a:t>
            </a:r>
            <a:r>
              <a:rPr lang="ru-RU" dirty="0" err="1">
                <a:solidFill>
                  <a:schemeClr val="tx1"/>
                </a:solidFill>
                <a:latin typeface="+mn-lt"/>
              </a:rPr>
              <a:t>Kotlin</a:t>
            </a: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Интерфейс – XML</a:t>
            </a:r>
          </a:p>
          <a:p>
            <a:endParaRPr lang="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F0C82-6C7D-0DC8-E0EF-73815A7BBAE1}"/>
              </a:ext>
            </a:extLst>
          </p:cNvPr>
          <p:cNvSpPr txBox="1"/>
          <p:nvPr/>
        </p:nvSpPr>
        <p:spPr>
          <a:xfrm>
            <a:off x="914400" y="2365736"/>
            <a:ext cx="61909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tx1"/>
                </a:solidFill>
                <a:latin typeface="+mn-lt"/>
              </a:rPr>
              <a:t>Ключевые функции</a:t>
            </a:r>
            <a:r>
              <a:rPr lang="ru-RU" sz="2400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+mn-lt"/>
              </a:rPr>
              <a:t>Умное сохранение. Привычки не исчезают при закрытии приложения.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tx1"/>
                </a:solidFill>
                <a:latin typeface="+mn-lt"/>
              </a:rPr>
              <a:t>Автосброс</a:t>
            </a:r>
            <a:r>
              <a:rPr lang="ru-RU" sz="2400" dirty="0"/>
              <a:t>.</a:t>
            </a:r>
            <a:r>
              <a:rPr lang="ru-RU" sz="2400" dirty="0">
                <a:solidFill>
                  <a:schemeClr val="tx1"/>
                </a:solidFill>
                <a:latin typeface="+mn-lt"/>
              </a:rPr>
              <a:t> Галочки обнуляются каждый день, позволяя начать утро с чистого листа.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+mn-lt"/>
              </a:rPr>
              <a:t>Игровые механики. Система «огоньков» за каждый день выполнения.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+mn-lt"/>
              </a:rPr>
              <a:t>Анализ прогресса. Полоса выполнения внизу экрана показывает, насколько продуктивным был твой день.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E954A6-CE5D-4B97-9F5B-EF32537E5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364" y="386379"/>
            <a:ext cx="2791343" cy="62434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9B5ED7-051E-BD23-FD45-2C16F5737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729" y="386379"/>
            <a:ext cx="2796447" cy="62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32" y="2443177"/>
            <a:ext cx="10511627" cy="1012785"/>
          </a:xfrm>
        </p:spPr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7B7F6F-2C08-4296-B7AB-C2C3F42192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FA76D1-3C6D-40BC-A42D-496B6EDE8B8C}">
  <ds:schemaRefs>
    <ds:schemaRef ds:uri="230e9df3-be65-4c73-a93b-d1236ebd677e"/>
    <ds:schemaRef ds:uri="http://purl.org/dc/elements/1.1/"/>
    <ds:schemaRef ds:uri="http://schemas.openxmlformats.org/package/2006/metadata/core-properties"/>
    <ds:schemaRef ds:uri="16c05727-aa75-4e4a-9b5f-8a80a1165891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99543C-82E8-4821-93BD-5A60BEB423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</Words>
  <Application>Microsoft Office PowerPoint</Application>
  <PresentationFormat>Широкоэкранный</PresentationFormat>
  <Paragraphs>13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Times New Roman</vt:lpstr>
      <vt:lpstr>Пользовательская</vt:lpstr>
      <vt:lpstr>Мобильное приложение «Трекер привычек»</vt:lpstr>
      <vt:lpstr>Простое и эффективное приложение для контроля ежедневных целей и прогресса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2023-12-10T16:20:53Z</dcterms:created>
  <dcterms:modified xsi:type="dcterms:W3CDTF">2025-12-24T19:08:24Z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